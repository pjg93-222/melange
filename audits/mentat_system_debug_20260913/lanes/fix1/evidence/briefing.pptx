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included receipts by Recipient category
Crypto · Published included receipts · Crypto Industry Spending Overview.xlsx · Workbook SHA256 88ea228457b8499d1ec27eeaba967f61505bde842ae0ecfe35c30791c23d66f6 · Analytical index 6ec6f3602f0a2cf5458d5d2e35d4d12a657a0a39a5b61b6900569475a2819abf · Query engine SHA256 a1a8ecddc9b2acea9f97c83b36793897aabae6b52510c9ac689158117d9d9b8b · Field semantics SHA256 dc565363a33698c167c1f9bd285884f6caccc22e9cecb43414b9c93e0aaa621f · Groups 1–4 of 4 · {"filters":[{"field":"company","op":"eq","value":"BINANCE US"}],"aggregate_filters":[]} · Tracked companies represented by the pinned report source. Collection completeness is not inferred.
Matches the workbook’s included receipts. Economic uniqueness remains unresolved; intermediary stages may overlap. All selected groups shown. Observed original giving remains provisional; supported giving is a subset, not a complete total. Known report person keys when available; otherwise reported name/state/ZIP identity. Distinct counts are not certified distinct people.
Source: Crypto Industry Spending Overview.xlsx · SHA-256 88ea228457b8 · basis Published included receipts · exported September 14, 2026 from Mentat Chart Studio
Console http://127.0.0.1:8826/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426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included receipts by Recipient category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124712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623560"/>
            <a:ext cx="11247120" cy="0"/>
          </a:xfrm>
          <a:prstGeom prst="line">
            <a:avLst/>
          </a:prstGeom>
          <a:noFill/>
          <a:ln w="12700">
            <a:solidFill>
              <a:srgbClr val="ECA91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· Published included receipts · Crypto Industry Spending Overview.xlsx · Workbook SHA256 88ea228457b8499d1ec27eeaba967f61505bde842ae0ecfe35c30791c23d66f6 · Analytical index 6ec6f3602f0a2cf5458d5d2e35d4d12a657a0a39a5b61b6900569475a2819abf · Query engine SHA256 a1a8ecddc9b2acea9f97c83b36793897aabae6b52510c9ac689158117d9d9b8b · Field semantics SHA256 dc565363a33698c167c1f9bd285884f6caccc22e9cecb43414b9c93e0aaa621f · Groups 1–4 of 4 · {"filters":[{"field":"company","op":"eq","value":"BINANCE US"}],"aggregate_filters":[]} · Tracked companies represented by the pinned report source. Collection completeness is not inferred.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Crypto Industry Spending Overview.xlsx · SHA-256 88ea228457b8 · basis Published included receipts · exported September 14, 2026 from Mentat Chart Studio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778240" y="6217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26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2026-09-14T21:31:43Z</dcterms:created>
  <dcterms:modified xsi:type="dcterms:W3CDTF">2026-09-14T21:31:43Z</dcterms:modified>
</cp:coreProperties>
</file>